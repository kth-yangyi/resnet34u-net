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8092440" y="731520"/>
            <a:ext cx="3657600" cy="5120640"/>
          </a:xfrm>
          <a:prstGeom prst="chevron">
            <a:avLst/>
          </a:prstGeom>
          <a:solidFill>
            <a:srgbClr val="E6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969264"/>
            <a:ext cx="7040880" cy="233172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7040880" cy="233172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6309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03A54"/>
                </a:solidFill>
                <a:latin typeface="Microsoft YaHei"/>
              </a:rPr>
              <a:t>UNetResNet34 模型结构图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6217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YaHei"/>
              </a:rPr>
              <a:t>基于你当前 `src/model.py` 的真实实现导出
包含编码器、瓶颈层、解码器、skip connection 与 DecoderBlock 细化流程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960120" cy="256032"/>
          </a:xfrm>
          <a:prstGeom prst="roundRect">
            <a:avLst/>
          </a:prstGeom>
          <a:solidFill>
            <a:srgbClr val="D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Microsoft YaHei"/>
              </a:rPr>
              <a:t>Encoder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743200"/>
            <a:ext cx="960120" cy="256032"/>
          </a:xfrm>
          <a:prstGeom prst="roundRect">
            <a:avLst/>
          </a:prstGeom>
          <a:solidFill>
            <a:srgbClr val="D6E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Microsoft YaHei"/>
              </a:rPr>
              <a:t>Bottleneck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743200"/>
            <a:ext cx="960120" cy="256032"/>
          </a:xfrm>
          <a:prstGeom prst="roundRect">
            <a:avLst/>
          </a:prstGeom>
          <a:solidFill>
            <a:srgbClr val="F4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Microsoft YaHei"/>
              </a:rPr>
              <a:t>Decoder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743200"/>
            <a:ext cx="1051560" cy="256032"/>
          </a:xfrm>
          <a:prstGeom prst="roundRect">
            <a:avLst/>
          </a:prstGeom>
          <a:solidFill>
            <a:srgbClr val="E3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Microsoft YaHei"/>
              </a:rPr>
              <a:t>Seg 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1106424"/>
            <a:ext cx="4069080" cy="416052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1051560"/>
            <a:ext cx="4069080" cy="416052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124712"/>
            <a:ext cx="3739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内容概览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417320"/>
            <a:ext cx="475488" cy="274320"/>
          </a:xfrm>
          <a:prstGeom prst="roundRect">
            <a:avLst/>
          </a:prstGeom>
          <a:solidFill>
            <a:srgbClr val="D8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3A54"/>
                </a:solidFill>
                <a:latin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39903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3A54"/>
                </a:solidFill>
                <a:latin typeface="Microsoft YaHei"/>
              </a:rPr>
              <a:t>整体架构页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673352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把 ResNet34 编码器、U-Net 解码器与 skip 连接放在一页里。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542032"/>
            <a:ext cx="475488" cy="274320"/>
          </a:xfrm>
          <a:prstGeom prst="roundRect">
            <a:avLst/>
          </a:prstGeom>
          <a:solidFill>
            <a:srgbClr val="D8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3A54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523744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3A54"/>
                </a:solidFill>
                <a:latin typeface="Microsoft YaHei"/>
              </a:rPr>
              <a:t>尺寸与通道流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798064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按 forward 的顺序列出 x0 / x1 / x2 / x3 / x4 / d4 / d3 / d2 / d1。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666744"/>
            <a:ext cx="475488" cy="274320"/>
          </a:xfrm>
          <a:prstGeom prst="roundRect">
            <a:avLst/>
          </a:prstGeom>
          <a:solidFill>
            <a:srgbClr val="D8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3A54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648456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3A54"/>
                </a:solidFill>
                <a:latin typeface="Microsoft YaHei"/>
              </a:rPr>
              <a:t>DecoderBlock 细节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922776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单独解释 interpolate、cat(dim=1)、ConvBlock 是怎么连起来的。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4476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生成文件: outputs/UNetResNet34_architecture.pptx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0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7F4"/>
                </a:solidFill>
                <a:latin typeface="Microsoft YaHei"/>
              </a:rPr>
              <a:t>整体架构</a:t>
            </a:r>
          </a:p>
          <a:p>
            <a:pPr algn="l"/>
            <a:r>
              <a:rPr sz="1000">
                <a:solidFill>
                  <a:srgbClr val="DBE1E6"/>
                </a:solidFill>
                <a:latin typeface="Microsoft YaHei"/>
              </a:rPr>
              <a:t>按你当前 model.py 的 forward 路径整理，不是抽象示意图。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" y="923544"/>
            <a:ext cx="3429000" cy="544068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868680"/>
            <a:ext cx="3429000" cy="54406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941832"/>
            <a:ext cx="30998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Encoder / ResNet34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77055" y="923544"/>
            <a:ext cx="2423160" cy="544068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22191" y="868680"/>
            <a:ext cx="2423160" cy="54406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6783" y="941832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923544"/>
            <a:ext cx="4160520" cy="544068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868680"/>
            <a:ext cx="4160520" cy="54406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941832"/>
            <a:ext cx="38313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Decoder / U-Net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0776" y="923544"/>
            <a:ext cx="1234440" cy="544068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25912" y="868680"/>
            <a:ext cx="1234440" cy="54406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90504" y="941832"/>
            <a:ext cx="9052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" y="1115568"/>
            <a:ext cx="2743200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6072" y="1060704"/>
            <a:ext cx="2743200" cy="576072"/>
          </a:xfrm>
          <a:prstGeom prst="roundRect">
            <a:avLst/>
          </a:prstGeom>
          <a:solidFill>
            <a:srgbClr val="366687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输入图像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3 x H x 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1883664"/>
            <a:ext cx="2743200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" y="1828800"/>
            <a:ext cx="2743200" cy="576072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encoder_stem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conv1 / bn1 / relu
64 @ H/2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" y="2596896"/>
            <a:ext cx="2743200" cy="420624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6072" y="2542032"/>
            <a:ext cx="2743200" cy="420624"/>
          </a:xfrm>
          <a:prstGeom prst="roundRect">
            <a:avLst/>
          </a:prstGeom>
          <a:solidFill>
            <a:srgbClr val="777E8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maxpool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64 @ H/4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" y="3163824"/>
            <a:ext cx="2743200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6072" y="3108960"/>
            <a:ext cx="2743200" cy="576072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encoder_layer1  -&gt; x1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64 @ H/4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" y="3895344"/>
            <a:ext cx="2743200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6072" y="3840480"/>
            <a:ext cx="2743200" cy="576072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encoder_layer2  -&gt; x2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128 @ H/8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" y="4626864"/>
            <a:ext cx="2743200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6072" y="4572000"/>
            <a:ext cx="2743200" cy="576072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encoder_layer3  -&gt; x3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256 @ H/16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" y="5358384"/>
            <a:ext cx="2743200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072" y="5303520"/>
            <a:ext cx="2743200" cy="576072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encoder_layer4  -&gt; x4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512 @ H/32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87951" y="3300984"/>
            <a:ext cx="1783080" cy="86868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33087" y="3246120"/>
            <a:ext cx="1783080" cy="868680"/>
          </a:xfrm>
          <a:prstGeom prst="roundRect">
            <a:avLst/>
          </a:prstGeom>
          <a:solidFill>
            <a:srgbClr val="35784E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center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ConvBlock
512 -&gt; 512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11696" y="4626864"/>
            <a:ext cx="3639312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56832" y="4572000"/>
            <a:ext cx="3639312" cy="576072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decoder4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x4 + skip(x3)
512 + 256 -&gt; 256 @ H/16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11696" y="3895344"/>
            <a:ext cx="3639312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56832" y="3840480"/>
            <a:ext cx="3639312" cy="576072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decoder3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d4 + skip(x2)
256 + 128 -&gt; 128 @ H/8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11696" y="3163824"/>
            <a:ext cx="3639312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56832" y="3108960"/>
            <a:ext cx="3639312" cy="576072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decoder2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d3 + skip(x1)
128 + 64 -&gt; 64 @ H/4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11696" y="2432304"/>
            <a:ext cx="3639312" cy="57607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56832" y="2377440"/>
            <a:ext cx="3639312" cy="576072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7F4"/>
                </a:solidFill>
                <a:latin typeface="Microsoft YaHei"/>
              </a:rPr>
              <a:t>decoder1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d2 + skip(x0)
64 + 64 -&gt; 64 @ H/2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11696" y="1655064"/>
            <a:ext cx="3639312" cy="512064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56832" y="1600200"/>
            <a:ext cx="3639312" cy="512064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final interpolate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64 @ H x 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54512" y="2752344"/>
            <a:ext cx="868680" cy="96012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899648" y="2697480"/>
            <a:ext cx="868680" cy="960120"/>
          </a:xfrm>
          <a:prstGeom prst="roundRect">
            <a:avLst/>
          </a:prstGeom>
          <a:solidFill>
            <a:srgbClr val="805392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segmentation
head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64 -&gt; 32 -&gt; 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54512" y="3986784"/>
            <a:ext cx="868680" cy="73152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899648" y="3931920"/>
            <a:ext cx="868680" cy="731520"/>
          </a:xfrm>
          <a:prstGeom prst="roundRect">
            <a:avLst/>
          </a:prstGeom>
          <a:solidFill>
            <a:srgbClr val="AC4656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输出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1 x H x W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47672.0" y="1636776"/>
            <a:ext cx="0.0" cy="192024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947672.0" y="2404872"/>
            <a:ext cx="0.0" cy="13716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947672.0" y="2962656"/>
            <a:ext cx="0.0" cy="146304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47672.0" y="3685032"/>
            <a:ext cx="0.0" cy="155448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947672.0" y="4416552"/>
            <a:ext cx="0.0" cy="155448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47672.0" y="5148072"/>
            <a:ext cx="0.0" cy="155448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319272" y="3680460.0"/>
            <a:ext cx="813815" cy="1911096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916167" y="3680460.0"/>
            <a:ext cx="740665" cy="1179576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476488.0" y="4416552"/>
            <a:ext cx="0.0" cy="155448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476488.0" y="3685032"/>
            <a:ext cx="0.0" cy="155448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476488.0" y="2953512"/>
            <a:ext cx="0.0" cy="155448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476488.0" y="2112264"/>
            <a:ext cx="0.0" cy="265176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296144" y="1856232.0"/>
            <a:ext cx="603504" cy="1321308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333988.0" y="3657600"/>
            <a:ext cx="0.0" cy="27432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319272" y="2116836.0"/>
            <a:ext cx="3337560" cy="548640.0"/>
          </a:xfrm>
          <a:prstGeom prst="line">
            <a:avLst/>
          </a:prstGeom>
          <a:ln w="19050">
            <a:solidFill>
              <a:srgbClr val="BE5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604004" y="2555748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E544C"/>
                </a:solidFill>
                <a:latin typeface="Microsoft YaHei"/>
              </a:rPr>
              <a:t>skip x0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319272" y="3396996.0"/>
            <a:ext cx="3337560" cy="0.0"/>
          </a:xfrm>
          <a:prstGeom prst="line">
            <a:avLst/>
          </a:prstGeom>
          <a:ln w="19050">
            <a:solidFill>
              <a:srgbClr val="BE5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604004" y="3287268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E544C"/>
                </a:solidFill>
                <a:latin typeface="Microsoft YaHei"/>
              </a:rPr>
              <a:t>skip x1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319272" y="4128516.0"/>
            <a:ext cx="3337560" cy="0.0"/>
          </a:xfrm>
          <a:prstGeom prst="line">
            <a:avLst/>
          </a:prstGeom>
          <a:ln w="19050">
            <a:solidFill>
              <a:srgbClr val="BE5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604004" y="4018788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E544C"/>
                </a:solidFill>
                <a:latin typeface="Microsoft YaHei"/>
              </a:rPr>
              <a:t>skip x2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319272" y="4860036.0"/>
            <a:ext cx="3337560" cy="0.0"/>
          </a:xfrm>
          <a:prstGeom prst="line">
            <a:avLst/>
          </a:prstGeom>
          <a:ln w="19050">
            <a:solidFill>
              <a:srgbClr val="BE5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604004" y="4750308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E544C"/>
                </a:solidFill>
                <a:latin typeface="Microsoft YaHei"/>
              </a:rPr>
              <a:t>skip x3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5742432"/>
            <a:ext cx="1463040" cy="256032"/>
          </a:xfrm>
          <a:prstGeom prst="round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Microsoft YaHei"/>
              </a:rPr>
              <a:t>实线 = 主分支前向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148840" y="5742432"/>
            <a:ext cx="1737360" cy="256032"/>
          </a:xfrm>
          <a:prstGeom prst="roundRect">
            <a:avLst/>
          </a:prstGeom>
          <a:solidFill>
            <a:srgbClr val="F8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Microsoft YaHei"/>
              </a:rPr>
              <a:t>虚线 = skip connection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069080" y="5742432"/>
            <a:ext cx="1645920" cy="256032"/>
          </a:xfrm>
          <a:prstGeom prst="roundRect">
            <a:avLst/>
          </a:prstGeom>
          <a:solidFill>
            <a:srgbClr val="F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Microsoft YaHei"/>
              </a:rPr>
              <a:t>颜色 = 模块类型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89320" y="5650992"/>
            <a:ext cx="5577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forward: x0 = stem(x) -&gt; x1 = layer1(pool(x0)) -&gt; x2 -&gt; x3 -&gt; x4 -&gt; center -&gt; d4 -&gt; d3 -&gt; d2 -&gt; d1 -&gt; 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0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7F4"/>
                </a:solidFill>
                <a:latin typeface="Microsoft YaHei"/>
              </a:rPr>
              <a:t>尺寸与通道流</a:t>
            </a:r>
          </a:p>
          <a:p>
            <a:pPr algn="l"/>
            <a:r>
              <a:rPr sz="1000">
                <a:solidFill>
                  <a:srgbClr val="DBE1E6"/>
                </a:solidFill>
                <a:latin typeface="Microsoft YaHei"/>
              </a:rPr>
              <a:t>以下按输入 640 x 640 举例；如果输入换成 384，比例关系不变。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" y="969264"/>
            <a:ext cx="11521440" cy="544068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11521440" cy="54406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987552"/>
            <a:ext cx="111922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forward() 中各张量的尺寸变化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88366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005840" cy="749808"/>
          </a:xfrm>
          <a:prstGeom prst="roundRect">
            <a:avLst/>
          </a:prstGeom>
          <a:solidFill>
            <a:srgbClr val="366687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x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3 x 640 x 640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9383" y="188366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828800"/>
            <a:ext cx="1005840" cy="749808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x0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64 x 320 x 320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188366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54680" y="1828800"/>
            <a:ext cx="1005840" cy="749808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x1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64 x 160 x 160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188366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828800"/>
            <a:ext cx="1005840" cy="749808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x2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128 x 80 x 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9864" y="188366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0" y="1828800"/>
            <a:ext cx="1005840" cy="749808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x3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256 x 40 x 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0024" y="188366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95160" y="1828800"/>
            <a:ext cx="1005840" cy="749808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x4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512 x 20 x 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0024" y="384962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95160" y="3794760"/>
            <a:ext cx="1005840" cy="749808"/>
          </a:xfrm>
          <a:prstGeom prst="roundRect">
            <a:avLst/>
          </a:prstGeom>
          <a:solidFill>
            <a:srgbClr val="35784E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center(x4)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512 x 20 x 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8424" y="384962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23560" y="3794760"/>
            <a:ext cx="1005840" cy="749808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d4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256 x 40 x 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6824" y="384962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3794760"/>
            <a:ext cx="1005840" cy="749808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d3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128 x 80 x 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35224" y="384962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80360" y="3794760"/>
            <a:ext cx="1005840" cy="749808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d2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64 x 160 x 160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63624" y="384962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508760" y="3794760"/>
            <a:ext cx="1005840" cy="749808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d1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64 x 320 x 320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" y="3849624"/>
            <a:ext cx="1005840" cy="749808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1480" y="3794760"/>
            <a:ext cx="1005840" cy="749808"/>
          </a:xfrm>
          <a:prstGeom prst="roundRect">
            <a:avLst/>
          </a:prstGeom>
          <a:solidFill>
            <a:srgbClr val="AC4656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logits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1 x 640 x 640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00200" y="2203704.0"/>
            <a:ext cx="274319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880359" y="2203704.0"/>
            <a:ext cx="274321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60520" y="2203704.0"/>
            <a:ext cx="27432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40680" y="2203704.0"/>
            <a:ext cx="27432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20840" y="2203704.0"/>
            <a:ext cx="27432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98080.0" y="2578608"/>
            <a:ext cx="0.0" cy="1216152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629400" y="4169664.0"/>
            <a:ext cx="36576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257800" y="4169664.0"/>
            <a:ext cx="36576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886200" y="4169664.0"/>
            <a:ext cx="36576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514600" y="4169664.0"/>
            <a:ext cx="36576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417320" y="4169664.0"/>
            <a:ext cx="9144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03120" y="142646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142646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pool + layer1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2584" y="1426464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layer2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1032" y="1426464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layer3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0336" y="1426464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layer4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34072" y="32186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ConvBlock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84464" y="1472184"/>
            <a:ext cx="3246120" cy="420624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29600" y="1417320"/>
            <a:ext cx="3246120" cy="4206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2" y="1490472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关键观察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1737360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</a:rPr>
              <a:t>1. `encoder_stem` 只包含 conv1 / bn1 / relu，所以 x0 是 H/2。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2432304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</a:rPr>
              <a:t>2. `encoder_pool` 发生在进入 layer1 之前，所以 x1 是 H/4。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0768" y="3127248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</a:rPr>
              <a:t>3. `center` 不改分辨率，只在最深层做 512 -&gt; 512 的卷积融合。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0768" y="3822191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</a:rPr>
              <a:t>4. `decoder4/3/2/1` 每次都先上采样，再和 skip 特征按通道拼接。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0768" y="4517136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</a:rPr>
              <a:t>5. `d1` 仍然是 H/2，所以 forward 里额外做一次 final interpolate 回到输入大小。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870448"/>
            <a:ext cx="1234440" cy="256032"/>
          </a:xfrm>
          <a:prstGeom prst="round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2222"/>
                </a:solidFill>
                <a:latin typeface="Microsoft YaHei"/>
              </a:rPr>
              <a:t>通道 x 高 x 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0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7F4"/>
                </a:solidFill>
                <a:latin typeface="Microsoft YaHei"/>
              </a:rPr>
              <a:t>DecoderBlock 细化</a:t>
            </a:r>
          </a:p>
          <a:p>
            <a:pPr algn="l"/>
            <a:r>
              <a:rPr sz="1000">
                <a:solidFill>
                  <a:srgbClr val="DBE1E6"/>
                </a:solidFill>
                <a:latin typeface="Microsoft YaHei"/>
              </a:rPr>
              <a:t>这一页专门解释：为什么先拼接，再卷积；为什么 concat 后通道会变化。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69264"/>
            <a:ext cx="11384280" cy="544068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11384280" cy="54406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10550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DecoderBlock.forward(x, skip)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929383"/>
            <a:ext cx="1920240" cy="71323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1920240" cy="713232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8F7F4"/>
                </a:solidFill>
                <a:latin typeface="Microsoft YaHei"/>
              </a:rPr>
              <a:t>x</a:t>
            </a:r>
          </a:p>
          <a:p>
            <a:pPr algn="ctr"/>
            <a:r>
              <a:rPr sz="1100">
                <a:solidFill>
                  <a:srgbClr val="F8F7F4"/>
                </a:solidFill>
                <a:latin typeface="Calibri"/>
              </a:rPr>
              <a:t>B x in_channels x h x 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986784"/>
            <a:ext cx="1920240" cy="713232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920240" cy="713232"/>
          </a:xfrm>
          <a:prstGeom prst="roundRect">
            <a:avLst/>
          </a:prstGeom>
          <a:solidFill>
            <a:srgbClr val="4C8899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8F7F4"/>
                </a:solidFill>
                <a:latin typeface="Microsoft YaHei"/>
              </a:rPr>
              <a:t>skip</a:t>
            </a:r>
          </a:p>
          <a:p>
            <a:pPr algn="ctr"/>
            <a:r>
              <a:rPr sz="1100">
                <a:solidFill>
                  <a:srgbClr val="F8F7F4"/>
                </a:solidFill>
                <a:latin typeface="Calibri"/>
              </a:rPr>
              <a:t>B x skip_channels x H x 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1929383"/>
            <a:ext cx="2011680" cy="877824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1874519"/>
            <a:ext cx="2011680" cy="877824"/>
          </a:xfrm>
          <a:prstGeom prst="roundRect">
            <a:avLst/>
          </a:prstGeom>
          <a:solidFill>
            <a:srgbClr val="CC8A3C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8F7F4"/>
                </a:solidFill>
                <a:latin typeface="Microsoft YaHei"/>
              </a:rPr>
              <a:t>F.interpolate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size = skip.shape[-2:]
双线性上采样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61304" y="2843784"/>
            <a:ext cx="2194560" cy="877824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06440" y="2788920"/>
            <a:ext cx="2194560" cy="877824"/>
          </a:xfrm>
          <a:prstGeom prst="roundRect">
            <a:avLst/>
          </a:prstGeom>
          <a:solidFill>
            <a:srgbClr val="35784E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7F4"/>
                </a:solidFill>
                <a:latin typeface="Microsoft YaHei"/>
              </a:rPr>
              <a:t>torch.cat([x, skip], dim=1)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B x (in + skip) x H x 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21624" y="2843784"/>
            <a:ext cx="1874519" cy="877824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788920"/>
            <a:ext cx="1874519" cy="877824"/>
          </a:xfrm>
          <a:prstGeom prst="roundRect">
            <a:avLst/>
          </a:prstGeom>
          <a:solidFill>
            <a:srgbClr val="805392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8F7F4"/>
                </a:solidFill>
                <a:latin typeface="Microsoft YaHei"/>
              </a:rPr>
              <a:t>ConvBlock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ConvBlock(in + skip, out)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16184" y="2843784"/>
            <a:ext cx="822960" cy="877824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61320" y="2788920"/>
            <a:ext cx="822960" cy="877824"/>
          </a:xfrm>
          <a:prstGeom prst="roundRect">
            <a:avLst/>
          </a:prstGeom>
          <a:solidFill>
            <a:srgbClr val="AC4656"/>
          </a:solidFill>
          <a:ln w="15240">
            <a:solidFill>
              <a:srgbClr val="38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8F7F4"/>
                </a:solidFill>
                <a:latin typeface="Microsoft YaHei"/>
              </a:rPr>
              <a:t>out</a:t>
            </a:r>
          </a:p>
          <a:p>
            <a:pPr algn="ctr"/>
            <a:r>
              <a:rPr sz="1000">
                <a:solidFill>
                  <a:srgbClr val="F8F7F4"/>
                </a:solidFill>
                <a:latin typeface="Calibri"/>
              </a:rPr>
              <a:t>B x out x H x 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0" y="2231135.0"/>
            <a:ext cx="594360" cy="82296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57800" y="2313431.0"/>
            <a:ext cx="548640" cy="914401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651760" y="3227832.0"/>
            <a:ext cx="3154680" cy="1060704.0"/>
          </a:xfrm>
          <a:prstGeom prst="line">
            <a:avLst/>
          </a:prstGeom>
          <a:ln w="19050">
            <a:solidFill>
              <a:srgbClr val="BE5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01000" y="3227832.0"/>
            <a:ext cx="365760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41279" y="3227832.0"/>
            <a:ext cx="320041" cy="0.0"/>
          </a:xfrm>
          <a:prstGeom prst="line">
            <a:avLst/>
          </a:prstGeom>
          <a:ln w="22860">
            <a:solidFill>
              <a:srgbClr val="38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20440" y="14173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先对齐空间尺寸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331720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再按通道拼接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331720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  <a:latin typeface="Microsoft YaHei"/>
              </a:rPr>
              <a:t>最后卷积融合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" y="5129784"/>
            <a:ext cx="3291840" cy="82296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074920"/>
            <a:ext cx="3291840" cy="8229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148072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例子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32180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Decoder3: in=256, skip=128, out=128
cat 之后是 384 通道，再由 ConvBlock 压回 128。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9704" y="5129784"/>
            <a:ext cx="2926080" cy="82296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34840" y="5074920"/>
            <a:ext cx="2926080" cy="8229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5148072"/>
            <a:ext cx="2596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对应代码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5321808"/>
            <a:ext cx="2487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x = torch.cat([x, skip], dim=1)
x = self.conv_block(x)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0104" y="5129784"/>
            <a:ext cx="3657600" cy="822960"/>
          </a:xfrm>
          <a:prstGeom prst="roundRect">
            <a:avLst/>
          </a:prstGeom>
          <a:solidFill>
            <a:srgbClr val="D4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35240" y="5074920"/>
            <a:ext cx="3657600" cy="8229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C7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9832" y="5148072"/>
            <a:ext cx="3328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Microsoft YaHei"/>
              </a:rPr>
              <a:t>容易混淆的点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5321808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`in_channels` 是主分支 x 的通道数。
`skip_channels` 是 skip 特征的通道数，不是拼接后的总通道数。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